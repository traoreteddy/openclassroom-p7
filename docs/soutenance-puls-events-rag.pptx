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2023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20239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20239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0370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4027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40279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40279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3288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569463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/metadata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569463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périmètre du catalogue : villes, période,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569463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pagination limit/offset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6207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898647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898647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898647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19125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27831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27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27831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52043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3557015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4408" y="3557015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5128" y="3557015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97763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3693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76573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6573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0147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3027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3027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26601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481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9481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8338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/metadata répond à un besoin métier : savoir ce que le catalogue couvre avant de se fier à une réponse. 896 événements, dont 668 à venir, issus de 59 agendas.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1012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Un jeu de test conçu pour pouvoir échouer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75887"/>
            <a:ext cx="507492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Références écrites depuis le catalogue,</a:t>
            </a:r>
            <a:r>
              <a:rPr sz="1300">
                <a:solidFill>
                  <a:srgbClr val="3C4757"/>
                </a:solidFill>
                <a:latin typeface="Calibri"/>
              </a:rPr>
              <a:t> jamais depuis les résultats du système : sinon l'évaluation serait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Deux cas limites délibérés :</a:t>
            </a:r>
            <a:r>
              <a:rPr sz="1300">
                <a:solidFill>
                  <a:srgbClr val="3C4757"/>
                </a:solidFill>
                <a:latin typeface="Calibri"/>
              </a:rPr>
              <a:t> une ville absente du catalogue, une question hors domaine.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Le juge s'est trompé 3 fois sur 10.</a:t>
            </a:r>
            <a:r>
              <a:rPr sz="1300">
                <a:solidFill>
                  <a:srgbClr val="3C4757"/>
                </a:solidFill>
                <a:latin typeface="Calibri"/>
              </a:rPr>
              <a:t> Il comparait des listes au lieu de vérifier la validité.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31012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context_recall = 0,32 n'est pas un défaut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675887"/>
            <a:ext cx="50749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803904"/>
            <a:ext cx="4709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Référence   Django Lovers, MEGAFAUNE…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Le système  TANA JAZZ NIGHT, Jazz à la Cité…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Contrôle    5 / 5 relèvent du jazz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            0 / 5 dans la référence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Catalogue   35 concerts de jazz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285232"/>
            <a:ext cx="5074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C4757"/>
                </a:solidFill>
                <a:latin typeface="Calibri"/>
              </a:rPr>
              <a:t>La métrique compare à UNE référence, or 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ÉCONOMIE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coûterait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Volumes mesurés, non supposés : 1 804 jetons d'entrée et 196 de sortie par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1498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QUESTIONS PAR 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8808" y="2331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GÉNÉRATION / MOIS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8" y="2331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TOTAL MENSUEL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615184"/>
            <a:ext cx="10149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6517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651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1,17 $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26517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2,07 $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944368"/>
            <a:ext cx="101498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980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2980944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11,68 $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8" y="2980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12,58 $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73552"/>
            <a:ext cx="10149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10 000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3310128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116,82 $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117,72 $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602736"/>
            <a:ext cx="101498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639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363931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1 168,20 $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8" y="3639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1 169,10 $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87952"/>
            <a:ext cx="1063721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87952"/>
            <a:ext cx="41148" cy="12984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4297680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POINT DE BASCULE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4590288"/>
            <a:ext cx="1018001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Étendre à la France entière — 1,2 million d'événements — représente 414 millions de jetons : 41 $ par reconstruction, 1 243 $ par mois si elle est quotidienne. L'indexation incrémentale devient une condition de viabilité.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65099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Pourquoi Mistral, alors ? Pas pour le prix : la génération est au tarif identique chez OpenAI et son embedding est cinq fois moins cher.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Souveraineté des données, qualité en français, adéquation d'un petit modèle à une reformulation contrainte — et réversibilité, le fournisseur tenant en deux fonctions.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
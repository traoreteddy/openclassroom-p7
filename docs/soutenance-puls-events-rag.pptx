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Le déroulé d'une question, seconde par seconde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783080"/>
            <a:ext cx="6787379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Diagramme de séquence UML — les deux appels à Mistral encadrent une recherche vectorielle locale de 0,17 ms : c'est le réseau qui domine, pas l'algorithme.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𝑮𝒆́𝒐𝒍𝒐𝒈𝒊𝒆𝒔 𝒅𝒆 𝒍'𝒂𝒃𝒔𝒆𝒏𝒄𝒆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6596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6596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6596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4942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8600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8600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8600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61518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61518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615184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07792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94436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9443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94436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36976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735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7355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73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693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6573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6573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0147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3027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3027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6601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9481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Premier build : plusieurs gigaoctets, toute la pile CUDA de NVIDIA embarquée par une dépendance d'embeddings locale. Isolée en extra optionnel — l'image n'appelle que Mistral.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Jeu de test annoté : 10 questions, dont deux cas limites délibérés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10637215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Références rédigées depuis le catalogue,</a:t>
            </a:r>
            <a:r>
              <a:rPr sz="1500">
                <a:solidFill>
                  <a:srgbClr val="3C4757"/>
                </a:solidFill>
                <a:latin typeface="Calibri"/>
              </a:rPr>
              <a:t> jamais depuis les résultats du système : annoter depuis le moteur rendrait l'évaluation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Deux cas limites obligatoires :</a:t>
            </a:r>
            <a:r>
              <a:rPr sz="1500">
                <a:solidFill>
                  <a:srgbClr val="3C4757"/>
                </a:solidFill>
                <a:latin typeface="Calibri"/>
              </a:rPr>
              <a:t> une ville absente du catalogue, une question hors domaine. Un jeu qui n'évalue que les cas favorables ne prouve rien.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Le juge s'est trompé trois fois sur dix.</a:t>
            </a:r>
            <a:r>
              <a:rPr sz="1500">
                <a:solidFill>
                  <a:srgbClr val="3C4757"/>
                </a:solidFill>
                <a:latin typeface="Calibri"/>
              </a:rPr>
              <a:t> Il comparait des listes au lieu de vérifier la validité. Prompt corrigé, verdicts relisibles par un humain.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Une mesure basse qui n'est pas un défaut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C4757"/>
                </a:solidFill>
                <a:latin typeface="Calibri"/>
              </a:rPr>
              <a:t>context_recall = 0,32 — la métrique compare les extraits récupérés à UNE réponse de référence.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10637215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Question       « Quels concerts de jazz à Paris ? »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Référence      Django Lovers, MEGAFAUNE, Le Grand Soir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système     TANA JAZZ NIGHT, Jazz à la Cité, Jam Session Groove…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Vérification   5 / 5 relèvent bien du jazz — 0 / 5 dans la référence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catalogue   contient 35 concerts de jazz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634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47731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CE QUE CELA APPREND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50657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
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𝑮𝒆́𝒐𝒍𝒐𝒈𝒊𝒆𝒔 𝒅𝒆 𝒍'𝒂𝒃𝒔𝒆𝒏𝒄𝒆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